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B61C-FD58-537C-C794-9F7754B00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82F0C8-6516-9397-BDCE-2FAD47217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BAD6F-BC73-4FC5-BA2B-A804104919B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DB1D30-5996-3CB6-EC72-25F4A7BB0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F945D2-2735-FA38-BA33-D92E9D9EF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6321A-B13F-4E3F-A93C-653568671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175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3A257-060F-CF80-A7FF-40CE6FD17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2AF5F4-6E48-E79C-986F-3A3003B84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45415C-E136-163F-07B7-57BEC4BC0E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BBAD6F-BC73-4FC5-BA2B-A804104919B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CD7CD-7B61-E5F7-2A38-9FDA28F860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8058C-48D5-0954-6FF2-E45169155B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6321A-B13F-4E3F-A93C-653568671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1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25EDDDD9-1DB4-3EFC-6981-1037ED941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F9F53E-0FA3-73CA-D2F6-405C1D72513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679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322A9DC-3B27-92B5-8849-560E39A5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EB5D16-E270-3520-631D-83FAC707C4E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4938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A3C616C-55D9-C55F-8CBE-C686CC450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B6E03C-BA4A-43FF-B944-2AF8D7CE54E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3475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F83949C0-B287-D546-2B96-5A1C7241B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74DA37-91E7-BD62-85BE-F649D4786C7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01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7D29687E-4AE4-2F48-166E-A17C9E7D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6B7452-387D-30D8-1FEF-1D1DAF8D8B2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580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26477F11-D4F6-7C94-0ED7-D3974A49E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D44E64-9492-3F0A-4CAF-1AFAA2A8006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344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024CDA41-18A4-B6EC-57C0-16FCE3196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9B085C-FB86-B5A9-FF46-0FD15DE95DB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457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36F3748-076E-741E-95B9-17A12BFB6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124F6B-CB4D-0075-1F00-63F5CB9F333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892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2434D3BC-6A4D-E895-C287-04553B8DE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9B0FE4-E7AF-6624-94D6-1C855DA3785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4367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0CC9A11C-C4B9-177C-8BD5-39821F4ED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37A170-DAC6-C4FD-E977-35A5D9E9E42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8906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BFDDD1C-1981-2DDB-D3E3-5750A96C9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259F5A-B22A-C1E7-BFFB-E845112B0E2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9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a736f1a-6d66-4d7b-be62-d43e1e9bdc3b}" enabled="1" method="Standard" siteId="{69ce8198-0346-4196-b83f-1ae289c868d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Upendra Rimal (C)</dc:creator>
  <cp:lastModifiedBy>Upendra Rimal (C)</cp:lastModifiedBy>
  <cp:revision>1</cp:revision>
  <dcterms:created xsi:type="dcterms:W3CDTF">2026-03-30T19:46:34Z</dcterms:created>
  <dcterms:modified xsi:type="dcterms:W3CDTF">2026-03-30T19:46:34Z</dcterms:modified>
</cp:coreProperties>
</file>