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496CD-DCA9-CAD5-B6FC-CEF18232E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5F8508-2DAA-F8E1-2CA8-13DEDCC98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38D52-3B58-4CBE-8BB7-4FBB0AEABA15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0F386C-9D7F-8384-4057-21D9C8235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75AC54-3650-60AC-E014-1199F6C73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0223-7F90-4242-B773-741C6C29B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302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7D6B8C-2A42-1A9E-7EA3-15DFDDACC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C5167-4982-762C-2A08-6DBDF8EF2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7890B-D153-12C1-5D4E-2C9B47792F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D38D52-3B58-4CBE-8BB7-4FBB0AEABA15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D32B5-07D0-1D9D-6C70-FD9D0106A9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1E2AB-3D91-28A4-7651-9DDF68AFF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20223-7F90-4242-B773-741C6C29B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45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74AE76B-385F-096D-C185-BB94252F0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934AEA-CDE4-C951-4462-A9D97AD73F4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793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72E5ABE-2026-D04A-123B-21B16A865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811082-BB94-EC67-0392-0231B2D2546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171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CCB4350-15B9-F551-6259-F83F05CF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D20C9D-4F71-C276-6E0A-B1AF5B96361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907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35739C9-3A4C-1E60-119D-B1CF7DFA3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586083-2ED4-777E-CD5D-2DA7A1A1DEB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54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CA7D112-BC8F-6220-50ED-D6849858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28E055-14A8-E72B-CD88-0E1F6E356B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876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AA138CB-67DF-BEAA-1543-B295D8884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850780-6C54-F631-5C99-8591EFBEC74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222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AE001A0-CC2D-A6E4-7801-443760876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712D10-AB86-51AE-73D2-B3BC4969C23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915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2953F6B-4900-1827-2A9C-ECD4A8575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08C5F7-70D1-C2D2-E530-9A1045CD73D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670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FC06397-8619-D923-93D8-D5E6EC196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FB618A-EC9D-830A-1B44-540E32663B1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727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85344DF-8528-6C2F-571E-08098C825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94C3FD-1569-2440-B16A-03C26A85033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687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8ECD646-EB8E-0808-1AFE-2B5919259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867361-3908-DEE3-3958-1751D06132E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254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a736f1a-6d66-4d7b-be62-d43e1e9bdc3b}" enabled="1" method="Standard" siteId="{69ce8198-0346-4196-b83f-1ae289c868d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Upendra Rimal (C)</dc:creator>
  <cp:lastModifiedBy>Upendra Rimal (C)</cp:lastModifiedBy>
  <cp:revision>1</cp:revision>
  <dcterms:created xsi:type="dcterms:W3CDTF">2026-03-30T19:52:09Z</dcterms:created>
  <dcterms:modified xsi:type="dcterms:W3CDTF">2026-03-30T19:52:09Z</dcterms:modified>
</cp:coreProperties>
</file>