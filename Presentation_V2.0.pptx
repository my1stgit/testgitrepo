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70E83-D3A8-F9EC-0C06-82C83D092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DEFD7F-2F2C-B24F-0CEC-17CF87A54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6360B-7364-4819-A6EF-F00AB1EB123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C084C0-BB72-967A-6CF6-9977FC5E0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6C909-4DDA-CA66-C32C-FF9413184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BBAA5-D2E6-4A58-AD92-3B8AAFFD2B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986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CD840-CD81-4866-BDA7-8BEF4D138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47DA78-4CEE-23A6-BABD-A8CE7A156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4F666-1618-E555-2E02-3693C943C3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66360B-7364-4819-A6EF-F00AB1EB123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762B8-ECBC-52A2-B5BB-2DAA7FAC6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C2A56-0001-022B-C992-23CCB1801B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8BBAA5-D2E6-4A58-AD92-3B8AAFFD2B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987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09CDE9A3-B8F7-DB3C-90B6-3217A09F3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AAFDA6-EA5D-33D6-B9C8-10322292638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9526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D3D169BF-DFC9-AC16-4AD1-F43B7617B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BDED285-63B2-38F1-9472-0AD631BC8899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819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0A81F43-2C70-08C6-D1EC-CF44BF442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933A72-6446-38C5-B46A-70C02C92F90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299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49BECEAC-10E3-3FF3-2995-D98B33F99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381129-4FEC-72A6-72E0-408A8F135C6C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903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6B9D4EFF-5A36-F077-F3B3-0817B4049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2D182F-E4FB-2FB2-E7F4-34E0673F33B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303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7E1469A-73BD-5671-0341-D9F74AF7E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5AB6C0-57A4-DD10-E070-CCE6051BE4F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884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3CFAF6C9-BFD3-4F20-FE41-7099612F5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3592AC-C635-12B9-E6D8-32F29471A27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7421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66C81F87-836A-C092-619D-4EE92E69E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06C160-A750-F35D-6AB7-1255877BB37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701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6BC4C59F-E952-621F-51E4-72D63D62A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615D34-35DE-1882-8960-855CB6AF8E9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8029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FECE5C02-F7EB-5698-8AC5-0BE456311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DDE926-271B-AF09-A69C-C879E072F6D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87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6154325F-825B-81D1-7EA7-1A8412217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BB801A-FE92-61AC-F707-3ADDE60C30B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1652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a736f1a-6d66-4d7b-be62-d43e1e9bdc3b}" enabled="1" method="Standard" siteId="{69ce8198-0346-4196-b83f-1ae289c868d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Upendra Rimal (C)</dc:creator>
  <cp:lastModifiedBy>Upendra Rimal (C)</cp:lastModifiedBy>
  <cp:revision>1</cp:revision>
  <dcterms:created xsi:type="dcterms:W3CDTF">2026-03-31T14:49:58Z</dcterms:created>
  <dcterms:modified xsi:type="dcterms:W3CDTF">2026-03-31T14:49:58Z</dcterms:modified>
</cp:coreProperties>
</file>