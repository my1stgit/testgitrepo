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8144-D8B3-98E4-03CC-D4F81F2E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111A6-5ACD-5767-EC0F-61523FADE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5D0E7-B144-4762-AF8F-576B486FD95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5CED5-6A54-FBC1-F578-1D21DC12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F81F1-1A4D-9953-C892-BF005700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F2400-1BB4-4301-B8B5-4E484F5F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0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7CB906-87D6-6CE1-2259-C138195F5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E6E26-1B10-A8F4-E0AC-A34721A9F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4021A-17AF-6053-09F8-9FEBBE0F5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D5D0E7-B144-4762-AF8F-576B486FD95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A746D-DE34-F683-CDF7-4425E32FF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99700-FADB-13E8-92D7-477EFE7B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F2400-1BB4-4301-B8B5-4E484F5F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0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95B2B1D-FCAD-264E-7BF8-212A8486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34A4AF-3079-B888-3046-9BF8952517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63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DF554F6-1691-40CA-40D9-14B725CB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14DEDD-C244-81D3-61C2-CCEF3E2CAB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47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A730304-EAD9-A0FF-E4EE-FAC6BFA0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853256-4B63-B061-BCC6-E37EFA6673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66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655EDD7-D5F8-37CA-99A6-4B9ACF19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C8013-BEBC-6A44-0380-73AE463C27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2024DF9-9E25-05D4-C4C6-2E5D8BC65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1BA1A4-8F53-312A-8AD0-2895BAE194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5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3C2F2D4-2550-8AE0-DF3D-34ADEFAC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44CEA0-B5D6-87C4-706C-B805C6C03A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2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12AECDE-BB5F-57F8-3F1A-9B72D012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ED33FC-C9BB-0745-BE0F-EB4DCA4201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5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0D50F1-D85F-37ED-B555-B8D58D86A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971254-9AEE-2B6F-F70D-164FB8167B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47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347D9FE-6183-7ED3-506E-933D9557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8C494-01F3-C733-5FF0-B14714B7DC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47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9E29F4A-7282-9DDD-C929-624677C4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76515-CC0B-EFCE-32E6-DC1E9B81D6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36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E832A3F-0242-7A51-5EBA-7FCD1CE7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F94862-088D-A34A-7D79-6EEDBF6A33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131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a736f1a-6d66-4d7b-be62-d43e1e9bdc3b}" enabled="1" method="Standard" siteId="{69ce8198-0346-4196-b83f-1ae289c868d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Upendra Rimal (C)</dc:creator>
  <cp:lastModifiedBy>Upendra Rimal (C)</cp:lastModifiedBy>
  <cp:revision>1</cp:revision>
  <dcterms:created xsi:type="dcterms:W3CDTF">2026-03-30T19:50:08Z</dcterms:created>
  <dcterms:modified xsi:type="dcterms:W3CDTF">2026-03-30T19:50:08Z</dcterms:modified>
</cp:coreProperties>
</file>